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Progress Tracker Web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Flask-based web application to track tasks, courses, and user progress efficiently.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Built using Flask (Python)</a:t>
            </a:r>
          </a:p>
          <a:p>
            <a:r>
              <a:t>• Tracks user progress in tasks and courses</a:t>
            </a:r>
          </a:p>
          <a:p>
            <a:r>
              <a:t>• Authentication system included</a:t>
            </a:r>
          </a:p>
          <a:p>
            <a:r>
              <a:t>• Lightweight SQLite database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Backend: Python (Flask)</a:t>
            </a:r>
          </a:p>
          <a:p>
            <a:r>
              <a:t>• Frontend: HTML, CSS (Templates)</a:t>
            </a:r>
          </a:p>
          <a:p>
            <a:r>
              <a:t>• Database: SQLite</a:t>
            </a:r>
          </a:p>
          <a:p>
            <a:r>
              <a:t>• Deployment: Gunicorn + Render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app.py – Main application</a:t>
            </a:r>
          </a:p>
          <a:p>
            <a:r>
              <a:t>• templates/ – HTML pages</a:t>
            </a:r>
          </a:p>
          <a:p>
            <a:r>
              <a:t>• static/ – CSS files</a:t>
            </a:r>
          </a:p>
          <a:p>
            <a:r>
              <a:t>• database.db – Stores data</a:t>
            </a:r>
          </a:p>
          <a:p>
            <a:r>
              <a:t>• requirements.txt – Dependencies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User Login &amp; Registration</a:t>
            </a:r>
          </a:p>
          <a:p>
            <a:r>
              <a:t>• Add and Track Courses</a:t>
            </a:r>
          </a:p>
          <a:p>
            <a:r>
              <a:t>• Task Management</a:t>
            </a:r>
          </a:p>
          <a:p>
            <a:r>
              <a:t>• Password Recovery</a:t>
            </a:r>
          </a:p>
          <a:p>
            <a:r>
              <a:t>• Clean UI with templates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Dependencies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Flask, Flask-Login, Flask-SQLAlchemy</a:t>
            </a:r>
          </a:p>
          <a:p>
            <a:r>
              <a:t>Jinja2, Gunicorn, SQLAlchemy</a:t>
            </a:r>
          </a:p>
          <a:p>
            <a:r>
              <a:t>Werkzeug and more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demonstrates full-stack web development using Flask.</a:t>
            </a:r>
          </a:p>
          <a:p>
            <a:r>
              <a:t>It is scalable and can be extended with APIs, dashboards, and mobile integration.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